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45720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4700"/>
    <a:srgbClr val="663300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25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47539"/>
            <a:ext cx="3886200" cy="2228427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3361902"/>
            <a:ext cx="3429000" cy="1545378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B9E5-93AE-4EB7-A6DC-F52F7E1187C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53E1-323A-4E3F-86F1-1464E8C8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94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B9E5-93AE-4EB7-A6DC-F52F7E1187C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53E1-323A-4E3F-86F1-1464E8C8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75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595757"/>
            <a:ext cx="3943350" cy="266255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4283500"/>
            <a:ext cx="3943350" cy="140017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B9E5-93AE-4EB7-A6DC-F52F7E1187C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53E1-323A-4E3F-86F1-1464E8C8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729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703917"/>
            <a:ext cx="19431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703917"/>
            <a:ext cx="194310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B9E5-93AE-4EB7-A6DC-F52F7E1187C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53E1-323A-4E3F-86F1-1464E8C8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59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40785"/>
            <a:ext cx="394335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569085"/>
            <a:ext cx="1934170" cy="76898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2338070"/>
            <a:ext cx="1934170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569085"/>
            <a:ext cx="1943696" cy="76898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2338070"/>
            <a:ext cx="1943696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B9E5-93AE-4EB7-A6DC-F52F7E1187C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53E1-323A-4E3F-86F1-1464E8C8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22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B9E5-93AE-4EB7-A6DC-F52F7E1187C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53E1-323A-4E3F-86F1-1464E8C8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89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B9E5-93AE-4EB7-A6DC-F52F7E1187C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53E1-323A-4E3F-86F1-1464E8C8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0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426720"/>
            <a:ext cx="1474589" cy="149352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921598"/>
            <a:ext cx="2314575" cy="454871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920240"/>
            <a:ext cx="1474589" cy="3557482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B9E5-93AE-4EB7-A6DC-F52F7E1187C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53E1-323A-4E3F-86F1-1464E8C8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256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426720"/>
            <a:ext cx="1474589" cy="149352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921598"/>
            <a:ext cx="2314575" cy="4548717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920240"/>
            <a:ext cx="1474589" cy="3557482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B9E5-93AE-4EB7-A6DC-F52F7E1187C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53E1-323A-4E3F-86F1-1464E8C8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98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B9E5-93AE-4EB7-A6DC-F52F7E1187C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53E1-323A-4E3F-86F1-1464E8C8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17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340783"/>
            <a:ext cx="985838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340783"/>
            <a:ext cx="2900363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B9E5-93AE-4EB7-A6DC-F52F7E1187C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B153E1-323A-4E3F-86F1-1464E8C8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339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340785"/>
            <a:ext cx="394335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703917"/>
            <a:ext cx="394335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5932595"/>
            <a:ext cx="10287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F6B9E5-93AE-4EB7-A6DC-F52F7E1187C6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5932595"/>
            <a:ext cx="154305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5932595"/>
            <a:ext cx="102870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B153E1-323A-4E3F-86F1-1464E8C84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91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7DACAAE-60F7-C82D-9692-B8D83076A873}"/>
              </a:ext>
            </a:extLst>
          </p:cNvPr>
          <p:cNvSpPr/>
          <p:nvPr/>
        </p:nvSpPr>
        <p:spPr>
          <a:xfrm rot="16200000">
            <a:off x="-763524" y="1141476"/>
            <a:ext cx="6099048" cy="4117848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 w="139700">
            <a:solidFill>
              <a:srgbClr val="8E4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7429CE-1261-EBDA-89F9-EFD0C15715FC}"/>
              </a:ext>
            </a:extLst>
          </p:cNvPr>
          <p:cNvSpPr/>
          <p:nvPr/>
        </p:nvSpPr>
        <p:spPr>
          <a:xfrm rot="16200000">
            <a:off x="96117" y="574444"/>
            <a:ext cx="4385869" cy="3822192"/>
          </a:xfrm>
          <a:custGeom>
            <a:avLst/>
            <a:gdLst>
              <a:gd name="csX0" fmla="*/ 0 w 5924550"/>
              <a:gd name="csY0" fmla="*/ 1977252 h 3954504"/>
              <a:gd name="csX1" fmla="*/ 1977252 w 5924550"/>
              <a:gd name="csY1" fmla="*/ 0 h 3954504"/>
              <a:gd name="csX2" fmla="*/ 3947298 w 5924550"/>
              <a:gd name="csY2" fmla="*/ 0 h 3954504"/>
              <a:gd name="csX3" fmla="*/ 5924550 w 5924550"/>
              <a:gd name="csY3" fmla="*/ 1977252 h 3954504"/>
              <a:gd name="csX4" fmla="*/ 5924550 w 5924550"/>
              <a:gd name="csY4" fmla="*/ 1977252 h 3954504"/>
              <a:gd name="csX5" fmla="*/ 3947298 w 5924550"/>
              <a:gd name="csY5" fmla="*/ 3954504 h 3954504"/>
              <a:gd name="csX6" fmla="*/ 1977252 w 5924550"/>
              <a:gd name="csY6" fmla="*/ 3954504 h 3954504"/>
              <a:gd name="csX7" fmla="*/ 0 w 5924550"/>
              <a:gd name="csY7" fmla="*/ 1977252 h 3954504"/>
              <a:gd name="csX0" fmla="*/ 490525 w 4430827"/>
              <a:gd name="csY0" fmla="*/ 1968108 h 3954504"/>
              <a:gd name="csX1" fmla="*/ 483529 w 4430827"/>
              <a:gd name="csY1" fmla="*/ 0 h 3954504"/>
              <a:gd name="csX2" fmla="*/ 2453575 w 4430827"/>
              <a:gd name="csY2" fmla="*/ 0 h 3954504"/>
              <a:gd name="csX3" fmla="*/ 4430827 w 4430827"/>
              <a:gd name="csY3" fmla="*/ 1977252 h 3954504"/>
              <a:gd name="csX4" fmla="*/ 4430827 w 4430827"/>
              <a:gd name="csY4" fmla="*/ 1977252 h 3954504"/>
              <a:gd name="csX5" fmla="*/ 2453575 w 4430827"/>
              <a:gd name="csY5" fmla="*/ 3954504 h 3954504"/>
              <a:gd name="csX6" fmla="*/ 483529 w 4430827"/>
              <a:gd name="csY6" fmla="*/ 3954504 h 3954504"/>
              <a:gd name="csX7" fmla="*/ 490525 w 4430827"/>
              <a:gd name="csY7" fmla="*/ 1968108 h 39545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4430827" h="3954504">
                <a:moveTo>
                  <a:pt x="490525" y="1968108"/>
                </a:moveTo>
                <a:cubicBezTo>
                  <a:pt x="490525" y="876102"/>
                  <a:pt x="-608477" y="0"/>
                  <a:pt x="483529" y="0"/>
                </a:cubicBezTo>
                <a:lnTo>
                  <a:pt x="2453575" y="0"/>
                </a:lnTo>
                <a:cubicBezTo>
                  <a:pt x="3545581" y="0"/>
                  <a:pt x="4430827" y="885246"/>
                  <a:pt x="4430827" y="1977252"/>
                </a:cubicBezTo>
                <a:lnTo>
                  <a:pt x="4430827" y="1977252"/>
                </a:lnTo>
                <a:cubicBezTo>
                  <a:pt x="4430827" y="3069258"/>
                  <a:pt x="3545581" y="3954504"/>
                  <a:pt x="2453575" y="3954504"/>
                </a:cubicBezTo>
                <a:lnTo>
                  <a:pt x="483529" y="3954504"/>
                </a:lnTo>
                <a:cubicBezTo>
                  <a:pt x="-608477" y="3954504"/>
                  <a:pt x="490525" y="3060114"/>
                  <a:pt x="490525" y="1968108"/>
                </a:cubicBezTo>
                <a:close/>
              </a:path>
            </a:pathLst>
          </a:custGeom>
          <a:solidFill>
            <a:srgbClr val="8E4700"/>
          </a:solidFill>
          <a:ln w="920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07E81B-B1FB-18AE-5DDA-9C66D4564BE1}"/>
              </a:ext>
            </a:extLst>
          </p:cNvPr>
          <p:cNvSpPr txBox="1"/>
          <p:nvPr/>
        </p:nvSpPr>
        <p:spPr>
          <a:xfrm>
            <a:off x="792475" y="777622"/>
            <a:ext cx="2987046" cy="2330577"/>
          </a:xfrm>
          <a:prstGeom prst="rect">
            <a:avLst/>
          </a:prstGeom>
          <a:noFill/>
        </p:spPr>
        <p:txBody>
          <a:bodyPr wrap="square" rtlCol="0">
            <a:prstTxWarp prst="textArchUp">
              <a:avLst>
                <a:gd name="adj" fmla="val 10685916"/>
              </a:avLst>
            </a:prstTxWarp>
            <a:spAutoFit/>
          </a:bodyPr>
          <a:lstStyle/>
          <a:p>
            <a:pPr algn="ctr"/>
            <a:r>
              <a:rPr lang="en-US" sz="8000" b="1" spc="600" dirty="0">
                <a:solidFill>
                  <a:schemeClr val="accent2">
                    <a:lumMod val="20000"/>
                    <a:lumOff val="80000"/>
                  </a:schemeClr>
                </a:solidFill>
                <a:latin typeface="Onyx" panose="04050602080702020203" pitchFamily="82" charset="0"/>
                <a:ea typeface="DengXian" panose="02010600030101010101" pitchFamily="2" charset="-122"/>
              </a:rPr>
              <a:t>Aurora Coffee Roasters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8DAC36-1C9F-0E26-1C20-664D2A173AD2}"/>
              </a:ext>
            </a:extLst>
          </p:cNvPr>
          <p:cNvSpPr txBox="1"/>
          <p:nvPr/>
        </p:nvSpPr>
        <p:spPr>
          <a:xfrm>
            <a:off x="-1105979" y="5120262"/>
            <a:ext cx="6904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spc="300" dirty="0">
                <a:solidFill>
                  <a:srgbClr val="8E4700"/>
                </a:solidFill>
                <a:latin typeface="Onyx" panose="04050602080702020203" pitchFamily="82" charset="0"/>
                <a:ea typeface="DengXian" panose="02010600030101010101" pitchFamily="2" charset="-122"/>
              </a:rPr>
              <a:t>Craft Coffee.</a:t>
            </a:r>
          </a:p>
          <a:p>
            <a:pPr algn="ctr"/>
            <a:r>
              <a:rPr lang="en-US" sz="2000" spc="300" dirty="0">
                <a:solidFill>
                  <a:srgbClr val="8E4700"/>
                </a:solidFill>
                <a:latin typeface="Onyx" panose="04050602080702020203" pitchFamily="82" charset="0"/>
                <a:ea typeface="DengXian" panose="02010600030101010101" pitchFamily="2" charset="-122"/>
              </a:rPr>
              <a:t>Thoughtfully Roasted.</a:t>
            </a:r>
          </a:p>
        </p:txBody>
      </p:sp>
      <p:pic>
        <p:nvPicPr>
          <p:cNvPr id="1026" name="Picture 2" descr="23,302 Coffee Bean Line Drawing Royalty-Free Images, Stock Photos &amp;  Pictures | Shutterstock">
            <a:extLst>
              <a:ext uri="{FF2B5EF4-FFF2-40B4-BE49-F238E27FC236}">
                <a16:creationId xmlns:a16="http://schemas.microsoft.com/office/drawing/2014/main" id="{B97AAC33-C3E1-5609-6C26-1C6DE3AB7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4667" y1="31333" x2="50833" y2="39667"/>
                        <a14:foregroundMark x1="50833" y1="39667" x2="58167" y2="32000"/>
                        <a14:foregroundMark x1="58167" y1="32000" x2="47667" y2="38667"/>
                        <a14:foregroundMark x1="47667" y1="38667" x2="57500" y2="35500"/>
                        <a14:foregroundMark x1="57500" y1="35500" x2="55667" y2="33667"/>
                        <a14:foregroundMark x1="60833" y1="57833" x2="61500" y2="66500"/>
                        <a14:foregroundMark x1="61500" y1="66500" x2="66000" y2="59500"/>
                        <a14:foregroundMark x1="66000" y1="59500" x2="65667" y2="68667"/>
                        <a14:foregroundMark x1="65667" y1="68667" x2="64000" y2="58167"/>
                        <a14:foregroundMark x1="64000" y1="58167" x2="74167" y2="55333"/>
                        <a14:foregroundMark x1="74167" y1="55333" x2="73333" y2="543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58785"/>
            <a:ext cx="3625346" cy="362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50E1BF57-B966-EACC-B377-8B61618D7AA7}"/>
              </a:ext>
            </a:extLst>
          </p:cNvPr>
          <p:cNvSpPr/>
          <p:nvPr/>
        </p:nvSpPr>
        <p:spPr>
          <a:xfrm>
            <a:off x="2103118" y="4676147"/>
            <a:ext cx="365760" cy="365760"/>
          </a:xfrm>
          <a:prstGeom prst="star5">
            <a:avLst/>
          </a:prstGeom>
          <a:solidFill>
            <a:srgbClr val="8E4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tar: 5 Points 13">
            <a:extLst>
              <a:ext uri="{FF2B5EF4-FFF2-40B4-BE49-F238E27FC236}">
                <a16:creationId xmlns:a16="http://schemas.microsoft.com/office/drawing/2014/main" id="{1EE87B3C-EEF4-3ECF-2B08-B576CFB75C33}"/>
              </a:ext>
            </a:extLst>
          </p:cNvPr>
          <p:cNvSpPr/>
          <p:nvPr/>
        </p:nvSpPr>
        <p:spPr>
          <a:xfrm>
            <a:off x="2685286" y="4767587"/>
            <a:ext cx="274320" cy="274320"/>
          </a:xfrm>
          <a:prstGeom prst="star5">
            <a:avLst/>
          </a:prstGeom>
          <a:solidFill>
            <a:srgbClr val="8E4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3C19EBC7-A78A-805B-E680-340B42497700}"/>
              </a:ext>
            </a:extLst>
          </p:cNvPr>
          <p:cNvSpPr/>
          <p:nvPr/>
        </p:nvSpPr>
        <p:spPr>
          <a:xfrm>
            <a:off x="1607279" y="4767587"/>
            <a:ext cx="274320" cy="274320"/>
          </a:xfrm>
          <a:prstGeom prst="star5">
            <a:avLst/>
          </a:prstGeom>
          <a:solidFill>
            <a:srgbClr val="8E47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691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9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Onyx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W-2026, Kian</dc:creator>
  <cp:lastModifiedBy>W-2026, Kian</cp:lastModifiedBy>
  <cp:revision>1</cp:revision>
  <dcterms:created xsi:type="dcterms:W3CDTF">2026-03-05T15:22:17Z</dcterms:created>
  <dcterms:modified xsi:type="dcterms:W3CDTF">2026-03-05T20:38:43Z</dcterms:modified>
</cp:coreProperties>
</file>